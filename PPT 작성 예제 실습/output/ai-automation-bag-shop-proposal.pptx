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326090f60f4163" /><Relationship Type="http://schemas.openxmlformats.org/officeDocument/2006/relationships/extended-properties" Target="/docProps/app.xml" Id="R0b5f56dc249044e9" /><Relationship Type="http://schemas.openxmlformats.org/officeDocument/2006/relationships/officeDocument" Target="/ppt/presentation.xml" Id="Rab88a7ebe54c41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7781a88cc4743"/>
  </p:sldMasterIdLst>
  <p:notesMasterIdLst>
    <p:notesMasterId xmlns:r="http://schemas.openxmlformats.org/officeDocument/2006/relationships" r:id="R2dd18edfa0074f47"/>
  </p:notesMasterIdLst>
  <p:sldIdLst>
    <p:sldId xmlns:r="http://schemas.openxmlformats.org/officeDocument/2006/relationships" id="256" r:id="R5a4930cbdeb54b4b"/>
    <p:sldId xmlns:r="http://schemas.openxmlformats.org/officeDocument/2006/relationships" id="257" r:id="Rafaafc445078426b"/>
    <p:sldId xmlns:r="http://schemas.openxmlformats.org/officeDocument/2006/relationships" id="258" r:id="Rba4c0edf81964b0e"/>
    <p:sldId xmlns:r="http://schemas.openxmlformats.org/officeDocument/2006/relationships" id="259" r:id="Rd78dc5ed328a4d77"/>
    <p:sldId xmlns:r="http://schemas.openxmlformats.org/officeDocument/2006/relationships" id="260" r:id="R4174f703b5f34bb0"/>
    <p:sldId xmlns:r="http://schemas.openxmlformats.org/officeDocument/2006/relationships" id="261" r:id="Rf6e5ef1120e14abc"/>
    <p:sldId xmlns:r="http://schemas.openxmlformats.org/officeDocument/2006/relationships" id="262" r:id="R0123994800e2470c"/>
    <p:sldId xmlns:r="http://schemas.openxmlformats.org/officeDocument/2006/relationships" id="263" r:id="R9eb7bfa3835243bb"/>
    <p:sldId xmlns:r="http://schemas.openxmlformats.org/officeDocument/2006/relationships" id="264" r:id="R346372e909b94713"/>
    <p:sldId xmlns:r="http://schemas.openxmlformats.org/officeDocument/2006/relationships" id="265" r:id="Rd86eb230c09a42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7781a88cc4743" /><Relationship Type="http://schemas.openxmlformats.org/officeDocument/2006/relationships/theme" Target="/ppt/theme/theme1.xml" Id="R9c3258ea0a0248b8" /><Relationship Type="http://schemas.openxmlformats.org/officeDocument/2006/relationships/notesMaster" Target="/ppt/notesMasters/notesMaster1.xml" Id="R2dd18edfa0074f47" /><Relationship Type="http://schemas.openxmlformats.org/officeDocument/2006/relationships/presProps" Target="/ppt/presProps.xml" Id="R58b4906716de4d49" /><Relationship Type="http://schemas.openxmlformats.org/officeDocument/2006/relationships/viewProps" Target="/ppt/viewProps.xml" Id="R591645f8737f4789" /><Relationship Type="http://schemas.openxmlformats.org/officeDocument/2006/relationships/tableStyles" Target="/ppt/tableStyles.xml" Id="R1d2d69f9938a406c" /><Relationship Type="http://schemas.openxmlformats.org/officeDocument/2006/relationships/slide" Target="/ppt/slides/slide1.xml" Id="R5a4930cbdeb54b4b" /><Relationship Type="http://schemas.openxmlformats.org/officeDocument/2006/relationships/slide" Target="/ppt/slides/slide2.xml" Id="Rafaafc445078426b" /><Relationship Type="http://schemas.openxmlformats.org/officeDocument/2006/relationships/slide" Target="/ppt/slides/slide3.xml" Id="Rba4c0edf81964b0e" /><Relationship Type="http://schemas.openxmlformats.org/officeDocument/2006/relationships/slide" Target="/ppt/slides/slide4.xml" Id="Rd78dc5ed328a4d77" /><Relationship Type="http://schemas.openxmlformats.org/officeDocument/2006/relationships/slide" Target="/ppt/slides/slide5.xml" Id="R4174f703b5f34bb0" /><Relationship Type="http://schemas.openxmlformats.org/officeDocument/2006/relationships/slide" Target="/ppt/slides/slide6.xml" Id="Rf6e5ef1120e14abc" /><Relationship Type="http://schemas.openxmlformats.org/officeDocument/2006/relationships/slide" Target="/ppt/slides/slide7.xml" Id="R0123994800e2470c" /><Relationship Type="http://schemas.openxmlformats.org/officeDocument/2006/relationships/slide" Target="/ppt/slides/slide8.xml" Id="R9eb7bfa3835243bb" /><Relationship Type="http://schemas.openxmlformats.org/officeDocument/2006/relationships/slide" Target="/ppt/slides/slide9.xml" Id="R346372e909b94713" /><Relationship Type="http://schemas.openxmlformats.org/officeDocument/2006/relationships/slide" Target="/ppt/slides/slide10.xml" Id="Rd86eb230c09a42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121e50ee46347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f5c4ee962e4c9c" /><Relationship Type="http://schemas.openxmlformats.org/officeDocument/2006/relationships/notesMaster" Target="/ppt/notesMasters/notesMaster1.xml" Id="Rbe6667e93c1748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ce6890ebc3486b" /><Relationship Type="http://schemas.openxmlformats.org/officeDocument/2006/relationships/notesMaster" Target="/ppt/notesMasters/notesMaster1.xml" Id="Ra07b8d8c0af04d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c94e15bdd748f0" /><Relationship Type="http://schemas.openxmlformats.org/officeDocument/2006/relationships/notesMaster" Target="/ppt/notesMasters/notesMaster1.xml" Id="R341a50123b4b44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c68d8f06ce461d" /><Relationship Type="http://schemas.openxmlformats.org/officeDocument/2006/relationships/notesMaster" Target="/ppt/notesMasters/notesMaster1.xml" Id="R2cbc2b968c2c4b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d6f153814e4ec3" /><Relationship Type="http://schemas.openxmlformats.org/officeDocument/2006/relationships/notesMaster" Target="/ppt/notesMasters/notesMaster1.xml" Id="Rba86459d9ffb49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668c09867e432e" /><Relationship Type="http://schemas.openxmlformats.org/officeDocument/2006/relationships/notesMaster" Target="/ppt/notesMasters/notesMaster1.xml" Id="R22a83ad6e10e4b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3f1ce5a98f43fc" /><Relationship Type="http://schemas.openxmlformats.org/officeDocument/2006/relationships/notesMaster" Target="/ppt/notesMasters/notesMaster1.xml" Id="Rf0d5dedb0f824f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44b72842fc439a" /><Relationship Type="http://schemas.openxmlformats.org/officeDocument/2006/relationships/notesMaster" Target="/ppt/notesMasters/notesMaster1.xml" Id="R692f83e1b6d04c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a240a059f94dbb" /><Relationship Type="http://schemas.openxmlformats.org/officeDocument/2006/relationships/notesMaster" Target="/ppt/notesMasters/notesMaster1.xml" Id="Rf95e27206f414a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90042f46d44d7d" /><Relationship Type="http://schemas.openxmlformats.org/officeDocument/2006/relationships/notesMaster" Target="/ppt/notesMasters/notesMaster1.xml" Id="Ra48e7f2ec8f34c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5b824fe63472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f6a35cdfda4409a" /><Relationship Type="http://schemas.openxmlformats.org/officeDocument/2006/relationships/slideLayout" Target="/ppt/slideLayouts/slideLayout2.xml" Id="Rd6cd671b191649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cd671b191649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7d69d5656341fc" /><Relationship Type="http://schemas.openxmlformats.org/officeDocument/2006/relationships/image" Target="/ppt/media/image.png" Id="R79151996ca5541cd" /><Relationship Type="http://schemas.openxmlformats.org/officeDocument/2006/relationships/notesSlide" Target="/ppt/notesSlides/notesSlide1.xml" Id="R3a086cfdc72046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8a7d77babb41ad" /><Relationship Type="http://schemas.openxmlformats.org/officeDocument/2006/relationships/notesSlide" Target="/ppt/notesSlides/notesSlide2.xml" Id="Reaac5264c5524c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b35c9bd5bb49e5" /><Relationship Type="http://schemas.openxmlformats.org/officeDocument/2006/relationships/image" Target="/ppt/media/image2.png" Id="R4c4800dfc26e4a8d" /><Relationship Type="http://schemas.openxmlformats.org/officeDocument/2006/relationships/notesSlide" Target="/ppt/notesSlides/notesSlide3.xml" Id="Rebeccafc96a64e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ec6162fd984f5e" /><Relationship Type="http://schemas.openxmlformats.org/officeDocument/2006/relationships/notesSlide" Target="/ppt/notesSlides/notesSlide4.xml" Id="R2f3a2e4feabb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8536dca904f5f" /><Relationship Type="http://schemas.openxmlformats.org/officeDocument/2006/relationships/image" Target="/ppt/media/image3.png" Id="Raee7bae16ac041ed" /><Relationship Type="http://schemas.openxmlformats.org/officeDocument/2006/relationships/notesSlide" Target="/ppt/notesSlides/notesSlide5.xml" Id="Rc464ed52648241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0e4ebed9884ce7" /><Relationship Type="http://schemas.openxmlformats.org/officeDocument/2006/relationships/notesSlide" Target="/ppt/notesSlides/notesSlide6.xml" Id="Rc6a4b7063bbf46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0bce29df764683" /><Relationship Type="http://schemas.openxmlformats.org/officeDocument/2006/relationships/notesSlide" Target="/ppt/notesSlides/notesSlide7.xml" Id="R534e17386a6d4e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263c8f8b264443" /><Relationship Type="http://schemas.openxmlformats.org/officeDocument/2006/relationships/notesSlide" Target="/ppt/notesSlides/notesSlide8.xml" Id="R32539bcb6c9f4c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56873853224298" /><Relationship Type="http://schemas.openxmlformats.org/officeDocument/2006/relationships/notesSlide" Target="/ppt/notesSlides/notesSlide9.xml" Id="R8532eecf77884e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ba2fb3715841b5" /><Relationship Type="http://schemas.openxmlformats.org/officeDocument/2006/relationships/notesSlide" Target="/ppt/notesSlides/notesSlide10.xml" Id="R035635888a714c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E2877A-A9F8-499D-B106-FE64CD0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0">
            <a:solidFill>
              <a:srgbClr val="F2F0EB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51996ca5541cd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B3996-F245-42F5-8359-2153CFF3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0">
            <a:solidFill>
              <a:srgbClr val="F2F0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5FE16-EAF4-4CA4-81D6-1A9DE291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EB4E3-EDAC-4EC3-8514-F46ED2D2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자동화 제안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4977E-0273-4FDE-93DE-65C1978E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447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여성용 가방</a:t>
            </a:r>
          </a:p>
          <a:p xmlns:a="http://schemas.openxmlformats.org/drawingml/2006/main">
            <a:pPr algn="l">
              <a:defRPr sz="3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쇼핑몰 AI 자동화</a:t>
            </a:r>
          </a:p>
          <a:p xmlns:a="http://schemas.openxmlformats.org/drawingml/2006/main">
            <a:pPr algn="l">
              <a:defRPr sz="3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컨설팅 제안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0B0ED-7CD2-4F84-89E3-D9F83CDB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390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상품 상세, 고객 문의, 리뷰·반품, 운영 리포트를 반복 업무가 아니라 굴러가는 구조로 바꿉니다.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E8EB4-440B-4663-9DF4-DA4EA2D1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2333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2411-8692-49DD-850F-10E367E4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2028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10장 제안서 · 4주 진단/설계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908AA-B822-4326-BC40-8A0A9995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대상: 내부 개발팀이 없는 여성용 가방 온라인 쇼핑몰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03227-FE85-4AA3-AE8E-0F2EDD76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Image: generated with imagegen for this proposal; no logos or embedded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0F8ED-36E8-47D7-A645-94AD2A06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35381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1BB0C4-CAD8-45CB-9032-D850DC5E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B57F345-D9F5-4015-A4DA-AAF2C1FD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B0B207-946E-4FCE-B3B0-BBDAE0C2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업계 상황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26CC9-AE9D-4A71-A5D4-AE76ECDA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0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상품 정보, 구매 확신, 반품 경험이 운영 경쟁력이 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AB2B0-E55C-4E14-B93D-1C043FA0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여성용 가방은 크기·소재·수납·착용 장면을 직접 확인하기 어렵습니다. 온라인 쇼핑몰 운영자는 상세 정보 품질과 빠른 응대를 동시에 관리해야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92031-B0D6-4844-A75C-F094AE76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7154B-F88E-40B6-8B19-76FE726B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rPr>
              <a:t>70.22%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8C87F-9B74-4744-8369-DD580B09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평균 장바구니 이탈률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BBEA2-C927-48F8-A9DF-5C70B9C3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결제 전 불안과 마찰은 쇼핑몰 공통 손실 지점입니다.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5731E-CFEC-458D-AEE1-12D1367E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F6714-CC6C-43DA-A837-7FE7B3F5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9080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56%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6B10B-9019-4746-8BAB-61C3C348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2420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상품 이미지 먼저 탐색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B3984-1C32-45A2-9227-7D411BFC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62350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상품 상세 페이지에서 사용자의 첫 행동은 이미지 확인인 경우가 많습니다.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37A88-817F-4FEA-9FE9-461505AD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939EB-163B-41B1-901D-AF5B9A01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$890B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FD189-42D8-45E4-BD3D-8A5C4E99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2024년 미국 리테일 반품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1B7E2-3EC8-45DF-85FE-B667BFDF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62350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반품은 비용이자 고객 경험 관리 과제입니다.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DF1CC-5C42-4385-86FF-ECD1FC81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39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4DD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E4543-7ADA-4573-85D9-C28DF6B1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따라서 제안의 출발점은 “AI 도구 구매”가 아니라 상품 정보·문의·반품 데이터를 매주 개선 흐름으로 연결하는 것입니다.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C4BE6-548B-43CB-873E-652D742D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Sources: Baymard cart abandonment stats; Baymard product image UX; NRF &amp; Happy Returns 2024 retail returns.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9DB81-EB7E-46DA-8602-DE4B7E25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44918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4E86EF-2175-4E66-A7AC-768CB01A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0">
            <a:solidFill>
              <a:srgbClr val="F2F0EB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800dfc26e4a8d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384B7-9354-4F55-A2E7-14EC3611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0">
            <a:solidFill>
              <a:srgbClr val="F2F0EB"/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5706BF-107E-4013-9A6B-1229E9C2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4FA94C9-2777-434E-9AA6-53523399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운영 페인포인트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2559D-7484-4A1B-9FD0-6F97BA62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대표와 운영자는 상품 등록, 문의, 콘텐츠, 반품 대응을 동시에 처리합니다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CD700-ED69-4AAA-B8A0-F982E86E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49A93-4B49-441B-BDAD-9049A7BE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상품 상세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62D6D-AD06-4672-9313-4C3F83F8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90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크기·소재·수납·착용컷 누락 점검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689D7-C678-43E1-9F1F-C65A20DE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00634-9C45-4ECE-8C33-BAB5DB1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고객 문의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55947-0478-4D76-AAA3-41B89D7E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배송·교환·소재·재입고 반복 답변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9CED2-28B5-4373-B0DF-29E5F5E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CC829-A6FD-4D52-8811-ED1FC1E3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리뷰/반품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64889-ECDA-489E-A9D5-7965CB64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243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불만 키워드와 개선 액션 정리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FC2DD-69C2-48E4-972E-143C922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48AFC-A17C-4D93-B179-F7E91912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콘텐츠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CA647-B5BD-490A-B703-24871169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91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신상품 설명, SNS, 이벤트 문구 작성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17E47-1192-4749-85C0-E3D3D94E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5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42E35-317A-42DA-8185-B3555E72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8FCA1-AEEE-4B62-B190-917040F5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57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판매·재고·문의 현황 주간 정리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95A90-C461-4180-AAEC-0C67BBF3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Source: SMB operating model inference based on user-provided context; image generated with imagegen.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CA51F-9D46-41AF-8AC7-9D4A6855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35147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CE74A4-941B-4AA5-B3DF-8DC2AC51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E9"/>
          </a:solidFill>
          <a:ln xmlns:a="http://schemas.openxmlformats.org/drawingml/2006/main" w="0">
            <a:solidFill>
              <a:srgbClr val="EDEBE9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AE8752-CD4F-4155-8EE2-D2AED91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135BE8-C9A9-4DE5-96E8-9ADF5CF4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솔루션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83161-D3DC-464F-B539-E91D98F1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962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크기, 소재, 수납, 착용컷 누락을 자동으로 찾아 상품 페이지 품질을 높입니다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FC3D0-08AF-4B45-883A-705175F1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코덱스가 상품 설명, 이미지 목록, 운영 기준을 함께 확인해 신규 상품 등록 전 빠진 정보를 점검합니다.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DDE33-99D9-476D-8683-3A03695E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542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B8BE1-EF3D-41F9-9FBD-A4817ABB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3ECAE-8FB7-43B2-8FBA-6FD05759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가방 크기: 가로·세로·폭, 스트랩 길이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9D0B0-83BA-4CC7-B06B-E66726D9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542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E2E8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9C435-DC6A-402E-B3AD-E5281BDD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BC253-EE2B-43DC-B183-79FB91F3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소재와 관리법: 가죽/합성/패브릭, 보관 주의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20588-63EE-4061-BFED-525F790C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542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E303B-04EC-4AC1-B1F4-98C7222D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1E3AB-D69C-44F8-965A-33C9EEDF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내부 수납: 포켓, 지퍼, 노트북/지갑 수납 여부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30073-7CA0-4E62-8BB8-983BA0B5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542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E2E8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FD1EE-1E64-46FD-B201-C5C751AB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252B2-594F-4BC6-B783-851E87B2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착용 장면: 손잡이, 숄더, 크로스, 모델 착용 비율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5E03D-C9F4-47C1-8928-C9D79EDC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542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DDC61-15AE-472C-ABBF-D33AC33C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2FF48-3999-47E9-AA32-DF8DDB57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52950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구매 전 안내: 배송, 교환, 반품, 색상 차이 안내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95FC2-DA9E-4DCA-9C5C-480CA1C9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191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6066B-9FB5-4FB6-B038-D8DD79C0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왜 먼저 해야 하나요?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AD6D4-7AA3-4EDF-A21D-FDA81CA0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05150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0"/>
                </a:solidFill>
                <a:latin typeface="Malgun Gothic"/>
                <a:ea typeface="Malgun Gothic"/>
                <a:cs typeface="Malgun Gothic"/>
              </a:rPr>
              <a:t>가방은 직접 들어보고 확인할 수 없기 때문에 상품 상세가 곧 판매 직원 역할을 합니다. 정보가 부족하면 고객 문의와 반품 가능성이 함께 올라갑니다.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793D11-A6E8-41CA-9FF2-227623D2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9100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56%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6AE2D-3BE8-46DB-8DB9-F37E348C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4F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AF4F0"/>
                </a:solidFill>
                <a:latin typeface="Malgun Gothic"/>
                <a:ea typeface="Malgun Gothic"/>
                <a:cs typeface="Malgun Gothic"/>
              </a:rPr>
              <a:t>상품 상세 페이지에서 첫 행동으로 이미지 탐색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D67EA3-4DCA-4CB6-BA03-DD6025B8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Source: Baymard product image UX research.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EBA5C-32DB-4E56-8737-84FA39F8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33148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51063-AE75-43BD-B9FD-89C6DC9A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BBB777-5838-4041-8C3C-FF8F536F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2F2709A-D3FF-4AFB-87CA-C6DD30E8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솔루션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381CC-A64B-421C-BE2B-92AC772A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7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반복 문의는 AI가 초안을 만들고, 민감한 답변은 사람이 확인합니다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7bae16ac041ed"/>
          <a:srcRect xmlns:a="http://schemas.openxmlformats.org/drawingml/2006/main" l="8275" t="0" r="82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638300"/>
            <a:ext cx="4095750" cy="2762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68475-1A70-41E2-A085-41D069DA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66800" cy="1143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0EC37-F501-4548-8CD9-349C2F8C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0E4D0-963B-4D37-8BC6-FFB6D65D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문의 접수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4D54E-859F-425A-80E6-AC8C2F0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배송·교환·소재·재입고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687E6-D5AE-4E55-890B-4B523A22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98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254A8-2EC7-4B86-B1C4-05776014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81250"/>
            <a:ext cx="1066800" cy="1143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EABA4-ECF5-4ED7-8284-A4F25974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33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44BF4-1F22-4428-86E1-C846E1BC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n8n 분류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65240-1D09-48ED-A982-BE2B567D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유형 분류와 담당자 알림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23B0B-AB7F-4A69-BE76-52B4989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98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04DAE-88CB-4230-8B6C-FBCE95ED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1066800" cy="1143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7C614-83D0-4C04-AAA8-C8B381DF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33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9BD63-FB11-4452-A64F-0FD43BF7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194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코덱스 초안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07ACB-248B-460A-A47E-E94DF9A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상품 정보 기반 답변 작성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272D3-8462-412C-8007-116E59B6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98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782DF-968E-4A8F-A1DE-C22BD1EF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066800" cy="1143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AC7FF-0A51-4361-82B7-CFF7712C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209D3-3BB3-4337-9849-85A02638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사람 검수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F574C-31AD-408D-822B-6383392C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385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환불·불만·민감 이슈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2F979-B144-4AAB-95BF-75C7A06D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98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84F75-0743-42F5-963A-36913BE5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81250"/>
            <a:ext cx="1066800" cy="1143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CCD13-3593-4450-8A2B-32D969CA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33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649795-796D-4BFB-B6F9-1B73E55D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194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발송/기록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2B4182-A24E-4D8F-8FB3-7474F13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385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답변 발송 후 고객 기록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73BF44-F632-46BD-A95B-51153269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09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D163C-253D-4369-94C6-AEA40DB2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942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고객응대는 속도를 높일 수 있지만, 고객이 민감하게 느끼는 교환·반품·불만 답변은 반드시 사람이 확인하는 구조로 설계합니다.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8605AF-2F09-4B4E-AC38-5BA68187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Sources: Qualtrics 2024 consumer experience trends; McKinsey generative AI in fashion.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87681E-0111-47A4-9D2A-70B50AD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19489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537415-3C56-4DAF-9547-9AB0534E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0">
            <a:solidFill>
              <a:srgbClr val="F2F0EB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C67BC6F-A02F-4931-AB6A-F7307876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1A23D0-DE67-47F7-A6A5-34CE601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솔루션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AE1B3-13BC-4FD9-9A21-A7473941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반복 불만을 상품 페이지 개선과 CS 기준으로 연결합니다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93FFE-D963-4501-8979-01D7120B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반품과 리뷰는 비용이지만, 동시에 상세페이지와 고객응대를 개선하는 가장 직접적인 데이터입니다.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CB2EC-D7A1-4252-881D-3B796A49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A89DC-53B3-41C1-B760-A37E0016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반복 키워드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FFB14-0E1F-452A-A5D2-CF88DB34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F0505-BA16-4620-8C02-386C4B84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050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분류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353AF-8E97-41D2-90BB-05945983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304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D697C-22FE-4F3E-B1B7-5D6A74A9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개선 액션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40EA5-314B-442E-9302-438CD086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44910-A817-449C-B04A-D6EF5585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색상 차이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9C7A2-F682-4161-8C56-7C24AD15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2E1B6-704D-4FBB-908E-01801132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384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사진/조명 이슈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618E9-4969-4DD8-B783-5943E48F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2F269-11C5-4C78-A9B2-BA42570C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3845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실내·자연광 컷 보강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DA6C3-70AE-4B30-9EB7-D1EEC24E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D651F-60C3-4085-9DBE-2A81D575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수납 부족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A77FB-0003-48F1-BEC9-B3FF9894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9565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A9149-EA1C-4AF8-8937-A8DFF62D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861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상세 설명 부족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0923C-134F-4C74-B5C2-02E9958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956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CDB5E-6368-4D06-8E04-5A93107B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8615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내부 포켓/수납 예시 추가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AD8A9-F53E-4B5B-9F46-93FA1F9A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E0464-B4F8-4368-86E7-1CFC713E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무게감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096EE-6873-431B-B61D-23DE2004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9C9AE-6608-4CE8-997D-08F59888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338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체감 정보 부족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D1E2B-3A40-420B-9C26-BDE3BFD4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433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6D0F2-B346-4F73-81A6-6A459986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3385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무게 수치와 착용 설명 추가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E68564-A280-4C30-9EB9-CCBB9AB3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51AC9-960E-4A2B-B022-F532C0A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배송 손상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83705A-6F28-463E-B28A-D63A6838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DEABB6-8AAC-4F54-8496-F264EC7A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815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포장/물류 이슈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60069-FFE9-42A3-AD5B-BAD26694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91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7CB2CC-4A48-40F1-9CDB-FF82B859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8155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포장 기준과 검수 체크 강화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BFBE21-D948-4531-893B-BDFF7F7E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4315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508350-9CA0-4858-935A-23723BE3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$890B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895782-9D5F-4772-A22D-0DBAF232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2024년 미국 리테일 반품 전망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E9ACCB-9C4B-4FBA-93BC-7CE5A889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52850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반품 사유를 운영 개선으로 바꾸는 흐름이 필요합니다.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805705-94E8-4A49-BFAA-1CE8CACE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Source: NRF &amp; Happy Returns, 2024 retail returns.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BD0EF9-B880-4555-A0B9-3B30B09A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4513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80BE5D-F146-425D-9600-20C5DDA2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8A44EA4-B310-4237-B369-07B8CA41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C57640-7914-4B4D-8913-D2257F5B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코덱스 활용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95AC7-FDB6-42A5-BB01-DC2341AD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990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코덱스는 매주 직접 정리하던 문서와 콘텐츠 초안을 도울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907E5-560C-440A-802C-088A5699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4DD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C1813-BA2F-4A85-8DF8-4BEEF4F8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판매/재고 시트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4C493-21CC-421F-9257-594D4108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4DD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3DAF1-32E5-4E8C-BF66-6C12E466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상품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35648-F0D2-4E03-B8E1-57C2786C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4DD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1101A-53AF-44D4-9A92-E3132AA6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리뷰/반품 사유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0AF31-B445-4ADB-A14A-37CF0ECB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4DD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2D22B-08B8-4D12-8ECA-2800B10A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고객 문의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70EE7-9767-420F-BF68-5DFD95AC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2410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67BAA-B3E9-4BE9-B9ED-F256BFF5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CODEX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2FE93-0FEE-411A-B40B-22B79410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1581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자료를 읽고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초안과 점검표를 만드는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작업 도우미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88276-9FD3-4197-BA30-3F59FBAD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95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17374-7834-4C4F-99A8-8C7935D7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주간 운영 리포트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67F29-141F-4021-808D-39D9744A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95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64B37-116E-4BC5-B11C-6F324D54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상품 설명 초안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B75A5-B0F3-4D53-9BFC-0D15CA22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295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1E8B6-0E8D-4BBA-A65D-26A21B34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상세페이지 개선안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CA9C9-D43A-44D7-89C3-CC92240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52900"/>
            <a:ext cx="295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056A9-96EA-4B60-9354-6195DEE7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SNS/이벤트 문구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28DBD-5983-490C-AF39-EA85D590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051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FD15ED-48F9-4B14-97AB-F8FA7945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051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54EE0-826C-45E4-A135-2E8BBAC5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핵심은 코덱스가 최종 판단을 대신하는 것이 아니라, 대표가 검토할 초안과 점검 기준을 빠르게 준비하는 것입니다.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18975-185E-4260-8353-FAA3F87F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Source: solution design based on user-provided Codex automation requirement.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657F3F-427B-457D-B553-CC603AAB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71664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E4AAD5-DF3D-4DA9-B578-2F26FF51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E9"/>
          </a:solidFill>
          <a:ln xmlns:a="http://schemas.openxmlformats.org/drawingml/2006/main" w="0">
            <a:solidFill>
              <a:srgbClr val="EDEBE9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7A3906B-7D26-4BF3-8DF8-1CA86779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F49569A-2513-42E9-8C28-CA4D68E0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4주 실행 로드맵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C7F47-CAA1-4C02-A800-4364DAD7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4주 안에 진단에서 자동화 운영 기준까지 정리합니다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E3915-187B-4B6A-B16B-0801E299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ACFF7-CE44-4E39-BEB7-32A4B78F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66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8F547-4E58-4E2F-9917-571B0581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1주차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93DE1-029A-4C86-9995-E002A07C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업무 진단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8CE13-9715-4D61-8A64-A6864D29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1847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상품 등록, 문의, 리뷰/반품, 리포트 흐름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44E5E-2883-4C0A-9331-5419C959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6B3AD-7BF3-4F05-8CE4-88D51426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DC94C-B66B-4011-8112-EBFBA2CA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666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5C1E1-C192-496A-9BE7-F9525D82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2주차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D184B-949A-4B06-8D1E-B47EBF96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242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후보 선정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C074B-2E8F-4C3B-906F-244B1B28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0450"/>
            <a:ext cx="1847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효과가 크고 위험이 낮은 자동화 1~2개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CEC49-81FC-4039-A98C-B6323BA5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5755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BDFBD-5F70-4066-8870-FBC12028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2B677-22E8-449C-82A8-77DEE96B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666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D77C3-834C-4A7A-A1AF-932FF53D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3주차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09BF8-9D34-4794-A47A-20FB8FE0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흐름 설계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B914B-E332-4A35-944F-6E571825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1847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코덱스 초안 생성과 n8n 연결 구조 설계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4116D-409C-4DE6-B124-F609E82E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0B8834-6AA3-42CA-8F94-8B7664EC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6220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33489-5EA0-4881-A6E1-A4D80F5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71750"/>
            <a:ext cx="666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8D95DC-6871-445F-AB4B-9BCBEC63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479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4주차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FAB7D-66FA-4A3B-A8CD-AA5116B6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운영 기준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DFC86-8205-4DB7-8737-750FBAFD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00450"/>
            <a:ext cx="1847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검수 기준, 담당자 역할, 다음 구축 계획 정리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46F14-18DE-4B3E-8B20-4A476F70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첫 구축은 보통 상품 상세 점검, 고객 문의 분류, 리뷰/반품 분석 중 하나부터 시작합니다.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D3B9E8-DEE1-42AB-A714-68C144CB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Source: proposed 4-week consulting scope.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23A9D-7F75-43DE-96B6-80E36821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32131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C3D64E-98FA-4229-B2E3-30B44F1B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228E1E-A8ED-40A9-9D07-7ED78614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30236CD-6FB7-4883-AE0B-A4D73A9E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기대 효과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9224C-52A6-47E9-A59D-53DCC43D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981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반복 처리 시간을 줄이고, 대표가 상품 기획과 매출 개선에 집중하게 만듭니다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00537-9156-4684-A3A2-C1370118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4DD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B69CC-5D4C-43A9-BB2E-3B76DF47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650BE-D6A2-420E-9E3C-F147F2A5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3D534-CD27-4F01-AF6A-FD1DF192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4FD02-F9D5-4C3F-B113-62AB1BFB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• 상품 설명을 매번 새로 작성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9C8C5-719C-4C49-951E-6C27DBB0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• 반복 문의를 사람이 하나씩 응대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5EB12-BF01-41FD-9968-55E9E4A9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• 반품 사유가 쌓여도 개선으로 연결 어려움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D9441-AB4B-45D0-9B07-678F8D0A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• 주간 리포트가 대표에게 몰림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C2AF9-D61B-4FF3-9F9E-1795D7C7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146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• 상품 상세 점검 기준 표준화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3CF45-5317-45A9-8872-62142EAF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• AI 초안 + 사람 검수로 응답 속도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0B9F7-2E9E-4A97-8682-38F2337A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528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• 리뷰/반품 키워드가 개선 액션으로 전환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FA572-F205-44B7-9FBE-276FBD31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719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• 운영 리포트 초안 자동 준비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36163-3197-4324-9620-C483A481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57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75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71F5F-0DAD-4C23-959A-A6F3317E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정량 효과는 실제 문의량, 상품 수, 반품 데이터 확인 후 산정합니다. 첫 단계에서는 반복 업무 1개를 줄이는 구조부터 검증합니다.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E5B6C-24B2-4BDB-A36B-C144109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2606D"/>
                </a:solidFill>
                <a:latin typeface="Malgun Gothic"/>
                <a:ea typeface="Malgun Gothic"/>
                <a:cs typeface="Malgun Gothic"/>
              </a:rPr>
              <a:t>Source: solution logic; exact savings require client data validation.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361CA-46D0-47EA-84AA-4CDEACD0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222388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F10B3E-B688-4003-8BC3-2097DCA2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32"/>
          </a:solidFill>
          <a:ln xmlns:a="http://schemas.openxmlformats.org/drawingml/2006/main" w="0">
            <a:solidFill>
              <a:srgbClr val="1E3932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C043D5-8D50-46A6-9ADA-33EF11A9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094834-C4AF-4063-9026-3F85538C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4E9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4E9E2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51F20-7A24-4F6F-8D82-D5680865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71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가장 먼저 자동화할 업무 1개를 정하면 시작할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A8065-ED40-44DD-A219-6A70C2E4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4F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AF4F0"/>
                </a:solidFill>
                <a:latin typeface="Malgun Gothic"/>
                <a:ea typeface="Malgun Gothic"/>
                <a:cs typeface="Malgun Gothic"/>
              </a:rPr>
              <a:t>아래 3개 중 하나를 첫 진단 대상으로 정하면 4주 컨설팅의 범위와 필요한 자료가 명확해집니다.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85D29-BAF3-4294-875A-7876769E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300FD-E241-4BA8-9756-FB2452FF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A2A28-1991-4178-8F81-20EDB05C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상품 상세 점검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92D02-32F2-40E1-9AC8-6E615DF8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크기·소재·수납·착용컷 누락을 줄입니다.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999AF-B289-45F4-A8F8-70A1FB64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FB2D1-210B-4B25-9522-AEF337BC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6F3E0-4819-4889-83D8-15DC958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고객 문의 자동화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3E99C-C0BC-4705-BEFC-068A81FB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반복 문의 초안과 담당자 알림을 만듭니다.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39E3E-740B-4E70-B47F-01DA7F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27C59-A78D-4EC1-9DB7-8E91446A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C618C-0BDE-460E-A350-EE8E5B4D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리뷰/반품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E88D4-BB57-4726-A4CB-8106474C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반복 불만을 개선 액션으로 바꿉니다.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3E27C-5D64-4C01-BCCD-8DDA5321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57750"/>
            <a:ext cx="803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1D9D9-F27F-4E69-B529-07F4590C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05375"/>
            <a:ext cx="7734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확인할 자료: 상품 목록 · 최근 문의 · 리뷰/반품 사유 · 사용 중인 운영 도구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0A0CA-161F-40B4-AF07-C92EB3E1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FD8D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BFD8D1"/>
                </a:solidFill>
                <a:latin typeface="Malgun Gothic"/>
                <a:ea typeface="Malgun Gothic"/>
                <a:cs typeface="Malgun Gothic"/>
              </a:rPr>
              <a:t>Next decision: pick one workflow for the first diagnostic sprint.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F1D7D-6D8B-45DA-A18D-BC657110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4E9E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4E9E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5123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2026-05-28T21:52:52.9390000Z</dcterms:created>
  <dcterms:modified xsi:type="dcterms:W3CDTF">2026-05-28T21:52:52.9390000Z</dcterms:modified>
</coreProperties>
</file>